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E87B4-DEAB-49BA-AA47-8D57E5EF92AC}" v="25" dt="2025-12-01T16:42:01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46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Henrique P. Cunha" userId="a25b8e2c833cc6c0" providerId="LiveId" clId="{BDCA6986-5A76-4E2A-A320-D132685C6BCE}"/>
    <pc:docChg chg="undo redo custSel addSld delSld modSld">
      <pc:chgData name="Paulo Henrique P. Cunha" userId="a25b8e2c833cc6c0" providerId="LiveId" clId="{BDCA6986-5A76-4E2A-A320-D132685C6BCE}" dt="2025-12-01T16:45:20.615" v="303" actId="14100"/>
      <pc:docMkLst>
        <pc:docMk/>
      </pc:docMkLst>
      <pc:sldChg chg="addSp delSp modSp mod">
        <pc:chgData name="Paulo Henrique P. Cunha" userId="a25b8e2c833cc6c0" providerId="LiveId" clId="{BDCA6986-5A76-4E2A-A320-D132685C6BCE}" dt="2025-12-01T16:24:17.500" v="220" actId="14861"/>
        <pc:sldMkLst>
          <pc:docMk/>
          <pc:sldMk cId="1840356684" sldId="256"/>
        </pc:sldMkLst>
        <pc:spChg chg="del mod">
          <ac:chgData name="Paulo Henrique P. Cunha" userId="a25b8e2c833cc6c0" providerId="LiveId" clId="{BDCA6986-5A76-4E2A-A320-D132685C6BCE}" dt="2025-12-01T13:42:28.039" v="1" actId="478"/>
          <ac:spMkLst>
            <pc:docMk/>
            <pc:sldMk cId="1840356684" sldId="256"/>
            <ac:spMk id="2" creationId="{A2C99360-8729-8B21-F401-E2F42EA44DFA}"/>
          </ac:spMkLst>
        </pc:spChg>
        <pc:spChg chg="del">
          <ac:chgData name="Paulo Henrique P. Cunha" userId="a25b8e2c833cc6c0" providerId="LiveId" clId="{BDCA6986-5A76-4E2A-A320-D132685C6BCE}" dt="2025-12-01T13:42:29.437" v="2" actId="478"/>
          <ac:spMkLst>
            <pc:docMk/>
            <pc:sldMk cId="1840356684" sldId="256"/>
            <ac:spMk id="3" creationId="{B657D86C-47CD-D606-E361-AE514253FE80}"/>
          </ac:spMkLst>
        </pc:spChg>
        <pc:spChg chg="add del mod">
          <ac:chgData name="Paulo Henrique P. Cunha" userId="a25b8e2c833cc6c0" providerId="LiveId" clId="{BDCA6986-5A76-4E2A-A320-D132685C6BCE}" dt="2025-12-01T14:40:32.250" v="25" actId="21"/>
          <ac:spMkLst>
            <pc:docMk/>
            <pc:sldMk cId="1840356684" sldId="256"/>
            <ac:spMk id="4" creationId="{F5919D76-5AEF-EA83-999B-CD503D74714C}"/>
          </ac:spMkLst>
        </pc:spChg>
        <pc:spChg chg="add mod">
          <ac:chgData name="Paulo Henrique P. Cunha" userId="a25b8e2c833cc6c0" providerId="LiveId" clId="{BDCA6986-5A76-4E2A-A320-D132685C6BCE}" dt="2025-12-01T14:28:35.151" v="14" actId="207"/>
          <ac:spMkLst>
            <pc:docMk/>
            <pc:sldMk cId="1840356684" sldId="256"/>
            <ac:spMk id="5" creationId="{0EAE40D7-E6A8-951F-59C2-64A30B4536C0}"/>
          </ac:spMkLst>
        </pc:spChg>
        <pc:spChg chg="mod">
          <ac:chgData name="Paulo Henrique P. Cunha" userId="a25b8e2c833cc6c0" providerId="LiveId" clId="{BDCA6986-5A76-4E2A-A320-D132685C6BCE}" dt="2025-12-01T15:22:54.036" v="167" actId="14100"/>
          <ac:spMkLst>
            <pc:docMk/>
            <pc:sldMk cId="1840356684" sldId="256"/>
            <ac:spMk id="6" creationId="{5D190518-59D5-0A6E-F5F7-711FD819E596}"/>
          </ac:spMkLst>
        </pc:spChg>
        <pc:spChg chg="add mod">
          <ac:chgData name="Paulo Henrique P. Cunha" userId="a25b8e2c833cc6c0" providerId="LiveId" clId="{BDCA6986-5A76-4E2A-A320-D132685C6BCE}" dt="2025-12-01T15:22:53.340" v="163" actId="14100"/>
          <ac:spMkLst>
            <pc:docMk/>
            <pc:sldMk cId="1840356684" sldId="256"/>
            <ac:spMk id="7" creationId="{DD380EC3-991F-13BF-F17F-756343DFAA5B}"/>
          </ac:spMkLst>
        </pc:spChg>
        <pc:spChg chg="add mod">
          <ac:chgData name="Paulo Henrique P. Cunha" userId="a25b8e2c833cc6c0" providerId="LiveId" clId="{BDCA6986-5A76-4E2A-A320-D132685C6BCE}" dt="2025-12-01T15:22:51.431" v="155" actId="14861"/>
          <ac:spMkLst>
            <pc:docMk/>
            <pc:sldMk cId="1840356684" sldId="256"/>
            <ac:spMk id="8" creationId="{41136B16-BF51-659B-CFAB-AA9E2A3CB8EB}"/>
          </ac:spMkLst>
        </pc:spChg>
        <pc:spChg chg="add mod">
          <ac:chgData name="Paulo Henrique P. Cunha" userId="a25b8e2c833cc6c0" providerId="LiveId" clId="{BDCA6986-5A76-4E2A-A320-D132685C6BCE}" dt="2025-12-01T15:22:51.670" v="156" actId="108"/>
          <ac:spMkLst>
            <pc:docMk/>
            <pc:sldMk cId="1840356684" sldId="256"/>
            <ac:spMk id="9" creationId="{45F1D2C6-1E16-5899-CF2F-9162851432AA}"/>
          </ac:spMkLst>
        </pc:spChg>
        <pc:spChg chg="mod">
          <ac:chgData name="Paulo Henrique P. Cunha" userId="a25b8e2c833cc6c0" providerId="LiveId" clId="{BDCA6986-5A76-4E2A-A320-D132685C6BCE}" dt="2025-12-01T15:23:50.293" v="175" actId="1076"/>
          <ac:spMkLst>
            <pc:docMk/>
            <pc:sldMk cId="1840356684" sldId="256"/>
            <ac:spMk id="10" creationId="{0F4735E5-92EC-14AC-5534-8FB2B4200DEA}"/>
          </ac:spMkLst>
        </pc:spChg>
        <pc:spChg chg="add mod">
          <ac:chgData name="Paulo Henrique P. Cunha" userId="a25b8e2c833cc6c0" providerId="LiveId" clId="{BDCA6986-5A76-4E2A-A320-D132685C6BCE}" dt="2025-12-01T15:22:52.087" v="158" actId="108"/>
          <ac:spMkLst>
            <pc:docMk/>
            <pc:sldMk cId="1840356684" sldId="256"/>
            <ac:spMk id="11" creationId="{D3CB824D-C884-7B56-8F6E-49D924299C97}"/>
          </ac:spMkLst>
        </pc:spChg>
        <pc:spChg chg="add del">
          <ac:chgData name="Paulo Henrique P. Cunha" userId="a25b8e2c833cc6c0" providerId="LiveId" clId="{BDCA6986-5A76-4E2A-A320-D132685C6BCE}" dt="2025-12-01T15:22:52.700" v="160" actId="478"/>
          <ac:spMkLst>
            <pc:docMk/>
            <pc:sldMk cId="1840356684" sldId="256"/>
            <ac:spMk id="12" creationId="{685DA475-BD8F-3613-BB5E-677269A03A47}"/>
          </ac:spMkLst>
        </pc:spChg>
        <pc:spChg chg="add del mod">
          <ac:chgData name="Paulo Henrique P. Cunha" userId="a25b8e2c833cc6c0" providerId="LiveId" clId="{BDCA6986-5A76-4E2A-A320-D132685C6BCE}" dt="2025-12-01T15:22:50.368" v="152" actId="478"/>
          <ac:spMkLst>
            <pc:docMk/>
            <pc:sldMk cId="1840356684" sldId="256"/>
            <ac:spMk id="13" creationId="{D27476DB-8FB9-DD1C-167C-A5F9F518DDA7}"/>
          </ac:spMkLst>
        </pc:spChg>
        <pc:spChg chg="del">
          <ac:chgData name="Paulo Henrique P. Cunha" userId="a25b8e2c833cc6c0" providerId="LiveId" clId="{BDCA6986-5A76-4E2A-A320-D132685C6BCE}" dt="2025-12-01T13:47:34.271" v="8" actId="478"/>
          <ac:spMkLst>
            <pc:docMk/>
            <pc:sldMk cId="1840356684" sldId="256"/>
            <ac:spMk id="14" creationId="{A8D22146-1AF3-7053-64E1-6532DA5343E1}"/>
          </ac:spMkLst>
        </pc:spChg>
        <pc:spChg chg="add del mod">
          <ac:chgData name="Paulo Henrique P. Cunha" userId="a25b8e2c833cc6c0" providerId="LiveId" clId="{BDCA6986-5A76-4E2A-A320-D132685C6BCE}" dt="2025-12-01T13:47:43.797" v="11" actId="478"/>
          <ac:spMkLst>
            <pc:docMk/>
            <pc:sldMk cId="1840356684" sldId="256"/>
            <ac:spMk id="15" creationId="{B46A67A2-6036-3F09-8BB8-B8815D2A275D}"/>
          </ac:spMkLst>
        </pc:spChg>
        <pc:spChg chg="del">
          <ac:chgData name="Paulo Henrique P. Cunha" userId="a25b8e2c833cc6c0" providerId="LiveId" clId="{BDCA6986-5A76-4E2A-A320-D132685C6BCE}" dt="2025-12-01T13:47:46.038" v="12" actId="478"/>
          <ac:spMkLst>
            <pc:docMk/>
            <pc:sldMk cId="1840356684" sldId="256"/>
            <ac:spMk id="16" creationId="{DFBE1FCE-42EE-D3FC-F324-4546182568D9}"/>
          </ac:spMkLst>
        </pc:spChg>
        <pc:spChg chg="add mod">
          <ac:chgData name="Paulo Henrique P. Cunha" userId="a25b8e2c833cc6c0" providerId="LiveId" clId="{BDCA6986-5A76-4E2A-A320-D132685C6BCE}" dt="2025-12-01T15:22:53.387" v="164" actId="14100"/>
          <ac:spMkLst>
            <pc:docMk/>
            <pc:sldMk cId="1840356684" sldId="256"/>
            <ac:spMk id="17" creationId="{2B32DA32-0978-0C21-0C66-056A3ADF53A5}"/>
          </ac:spMkLst>
        </pc:spChg>
        <pc:spChg chg="add mod">
          <ac:chgData name="Paulo Henrique P. Cunha" userId="a25b8e2c833cc6c0" providerId="LiveId" clId="{BDCA6986-5A76-4E2A-A320-D132685C6BCE}" dt="2025-12-01T15:22:53.795" v="166" actId="14100"/>
          <ac:spMkLst>
            <pc:docMk/>
            <pc:sldMk cId="1840356684" sldId="256"/>
            <ac:spMk id="18" creationId="{4770C882-7231-B66C-31E2-3DA518C5682D}"/>
          </ac:spMkLst>
        </pc:spChg>
        <pc:spChg chg="add del mod">
          <ac:chgData name="Paulo Henrique P. Cunha" userId="a25b8e2c833cc6c0" providerId="LiveId" clId="{BDCA6986-5A76-4E2A-A320-D132685C6BCE}" dt="2025-12-01T14:46:29.831" v="54" actId="478"/>
          <ac:spMkLst>
            <pc:docMk/>
            <pc:sldMk cId="1840356684" sldId="256"/>
            <ac:spMk id="24" creationId="{8BB70E27-8AC4-14E1-7D46-BA842EE70716}"/>
          </ac:spMkLst>
        </pc:spChg>
        <pc:spChg chg="add del mod">
          <ac:chgData name="Paulo Henrique P. Cunha" userId="a25b8e2c833cc6c0" providerId="LiveId" clId="{BDCA6986-5A76-4E2A-A320-D132685C6BCE}" dt="2025-12-01T14:46:31.973" v="56" actId="478"/>
          <ac:spMkLst>
            <pc:docMk/>
            <pc:sldMk cId="1840356684" sldId="256"/>
            <ac:spMk id="25" creationId="{A7132B9D-AA85-E29B-5A9D-07DA95665575}"/>
          </ac:spMkLst>
        </pc:spChg>
        <pc:spChg chg="add del mod">
          <ac:chgData name="Paulo Henrique P. Cunha" userId="a25b8e2c833cc6c0" providerId="LiveId" clId="{BDCA6986-5A76-4E2A-A320-D132685C6BCE}" dt="2025-12-01T14:46:32.861" v="57" actId="478"/>
          <ac:spMkLst>
            <pc:docMk/>
            <pc:sldMk cId="1840356684" sldId="256"/>
            <ac:spMk id="26" creationId="{D24F82BB-A71C-6300-0512-4C9FED17CED7}"/>
          </ac:spMkLst>
        </pc:spChg>
        <pc:spChg chg="add del mod">
          <ac:chgData name="Paulo Henrique P. Cunha" userId="a25b8e2c833cc6c0" providerId="LiveId" clId="{BDCA6986-5A76-4E2A-A320-D132685C6BCE}" dt="2025-12-01T14:46:30.995" v="55" actId="478"/>
          <ac:spMkLst>
            <pc:docMk/>
            <pc:sldMk cId="1840356684" sldId="256"/>
            <ac:spMk id="30" creationId="{5CCF3445-AAAE-ED71-0B38-CFD6D00C7736}"/>
          </ac:spMkLst>
        </pc:spChg>
        <pc:spChg chg="add del mod">
          <ac:chgData name="Paulo Henrique P. Cunha" userId="a25b8e2c833cc6c0" providerId="LiveId" clId="{BDCA6986-5A76-4E2A-A320-D132685C6BCE}" dt="2025-12-01T15:23:02.852" v="170" actId="478"/>
          <ac:spMkLst>
            <pc:docMk/>
            <pc:sldMk cId="1840356684" sldId="256"/>
            <ac:spMk id="31" creationId="{0DC956D3-FAFF-D4FF-EABA-8726A2FC27A9}"/>
          </ac:spMkLst>
        </pc:spChg>
        <pc:spChg chg="add del mod">
          <ac:chgData name="Paulo Henrique P. Cunha" userId="a25b8e2c833cc6c0" providerId="LiveId" clId="{BDCA6986-5A76-4E2A-A320-D132685C6BCE}" dt="2025-12-01T16:23:20.253" v="213" actId="478"/>
          <ac:spMkLst>
            <pc:docMk/>
            <pc:sldMk cId="1840356684" sldId="256"/>
            <ac:spMk id="32" creationId="{2C1B819A-2615-867C-DB70-FC4A9F9DDB6C}"/>
          </ac:spMkLst>
        </pc:spChg>
        <pc:spChg chg="add mod">
          <ac:chgData name="Paulo Henrique P. Cunha" userId="a25b8e2c833cc6c0" providerId="LiveId" clId="{BDCA6986-5A76-4E2A-A320-D132685C6BCE}" dt="2025-12-01T16:24:17.500" v="220" actId="14861"/>
          <ac:spMkLst>
            <pc:docMk/>
            <pc:sldMk cId="1840356684" sldId="256"/>
            <ac:spMk id="33" creationId="{A7B5BBBF-A99F-E2FC-4555-19DBB06980CA}"/>
          </ac:spMkLst>
        </pc:spChg>
        <pc:picChg chg="del">
          <ac:chgData name="Paulo Henrique P. Cunha" userId="a25b8e2c833cc6c0" providerId="LiveId" clId="{BDCA6986-5A76-4E2A-A320-D132685C6BCE}" dt="2025-12-01T13:47:28.479" v="6" actId="478"/>
          <ac:picMkLst>
            <pc:docMk/>
            <pc:sldMk cId="1840356684" sldId="256"/>
            <ac:picMk id="19" creationId="{EB978D6F-3CD3-DA17-73E9-580809132C29}"/>
          </ac:picMkLst>
        </pc:picChg>
        <pc:picChg chg="del">
          <ac:chgData name="Paulo Henrique P. Cunha" userId="a25b8e2c833cc6c0" providerId="LiveId" clId="{BDCA6986-5A76-4E2A-A320-D132685C6BCE}" dt="2025-12-01T13:47:48.022" v="13" actId="478"/>
          <ac:picMkLst>
            <pc:docMk/>
            <pc:sldMk cId="1840356684" sldId="256"/>
            <ac:picMk id="20" creationId="{1C81D1B8-CBEE-A936-19A4-AA0A10F69960}"/>
          </ac:picMkLst>
        </pc:picChg>
        <pc:picChg chg="del">
          <ac:chgData name="Paulo Henrique P. Cunha" userId="a25b8e2c833cc6c0" providerId="LiveId" clId="{BDCA6986-5A76-4E2A-A320-D132685C6BCE}" dt="2025-12-01T13:47:33.165" v="7" actId="478"/>
          <ac:picMkLst>
            <pc:docMk/>
            <pc:sldMk cId="1840356684" sldId="256"/>
            <ac:picMk id="21" creationId="{BF6BFF6C-CB86-F798-D31A-CFF66FC8EEAD}"/>
          </ac:picMkLst>
        </pc:picChg>
        <pc:picChg chg="del">
          <ac:chgData name="Paulo Henrique P. Cunha" userId="a25b8e2c833cc6c0" providerId="LiveId" clId="{BDCA6986-5A76-4E2A-A320-D132685C6BCE}" dt="2025-12-01T13:47:35.398" v="9" actId="478"/>
          <ac:picMkLst>
            <pc:docMk/>
            <pc:sldMk cId="1840356684" sldId="256"/>
            <ac:picMk id="22" creationId="{0D0FDF01-E12F-38AE-1202-DC0D9B14450D}"/>
          </ac:picMkLst>
        </pc:picChg>
        <pc:picChg chg="del">
          <ac:chgData name="Paulo Henrique P. Cunha" userId="a25b8e2c833cc6c0" providerId="LiveId" clId="{BDCA6986-5A76-4E2A-A320-D132685C6BCE}" dt="2025-12-01T13:47:36.454" v="10" actId="478"/>
          <ac:picMkLst>
            <pc:docMk/>
            <pc:sldMk cId="1840356684" sldId="256"/>
            <ac:picMk id="23" creationId="{E9E352F1-7C9E-6B9E-A173-85983E76000B}"/>
          </ac:picMkLst>
        </pc:picChg>
        <pc:picChg chg="add mod">
          <ac:chgData name="Paulo Henrique P. Cunha" userId="a25b8e2c833cc6c0" providerId="LiveId" clId="{BDCA6986-5A76-4E2A-A320-D132685C6BCE}" dt="2025-12-01T14:41:13.391" v="30" actId="208"/>
          <ac:picMkLst>
            <pc:docMk/>
            <pc:sldMk cId="1840356684" sldId="256"/>
            <ac:picMk id="27" creationId="{EC09A865-2DA7-D769-D5AF-3DCAE1FE6059}"/>
          </ac:picMkLst>
        </pc:picChg>
        <pc:picChg chg="add del mod">
          <ac:chgData name="Paulo Henrique P. Cunha" userId="a25b8e2c833cc6c0" providerId="LiveId" clId="{BDCA6986-5A76-4E2A-A320-D132685C6BCE}" dt="2025-12-01T14:42:10.029" v="35" actId="478"/>
          <ac:picMkLst>
            <pc:docMk/>
            <pc:sldMk cId="1840356684" sldId="256"/>
            <ac:picMk id="28" creationId="{BA8F6F7D-663D-DBB6-7DBA-EC4BBC5D47B1}"/>
          </ac:picMkLst>
        </pc:picChg>
        <pc:picChg chg="add del mod">
          <ac:chgData name="Paulo Henrique P. Cunha" userId="a25b8e2c833cc6c0" providerId="LiveId" clId="{BDCA6986-5A76-4E2A-A320-D132685C6BCE}" dt="2025-12-01T14:43:02.700" v="45" actId="478"/>
          <ac:picMkLst>
            <pc:docMk/>
            <pc:sldMk cId="1840356684" sldId="256"/>
            <ac:picMk id="29" creationId="{4E11462C-A280-48E3-FC2A-9166D55F91D8}"/>
          </ac:picMkLst>
        </pc:picChg>
      </pc:sldChg>
      <pc:sldChg chg="addSp delSp modSp add mod">
        <pc:chgData name="Paulo Henrique P. Cunha" userId="a25b8e2c833cc6c0" providerId="LiveId" clId="{BDCA6986-5A76-4E2A-A320-D132685C6BCE}" dt="2025-12-01T16:29:37.761" v="252" actId="14100"/>
        <pc:sldMkLst>
          <pc:docMk/>
          <pc:sldMk cId="654836313" sldId="257"/>
        </pc:sldMkLst>
        <pc:spChg chg="add del mod">
          <ac:chgData name="Paulo Henrique P. Cunha" userId="a25b8e2c833cc6c0" providerId="LiveId" clId="{BDCA6986-5A76-4E2A-A320-D132685C6BCE}" dt="2025-12-01T16:28:21.926" v="241" actId="478"/>
          <ac:spMkLst>
            <pc:docMk/>
            <pc:sldMk cId="654836313" sldId="257"/>
            <ac:spMk id="2" creationId="{68FCE8CA-F4D3-2A4A-1D6C-EBCFB8F7BC10}"/>
          </ac:spMkLst>
        </pc:spChg>
        <pc:spChg chg="add mod">
          <ac:chgData name="Paulo Henrique P. Cunha" userId="a25b8e2c833cc6c0" providerId="LiveId" clId="{BDCA6986-5A76-4E2A-A320-D132685C6BCE}" dt="2025-12-01T16:29:28.456" v="251" actId="14100"/>
          <ac:spMkLst>
            <pc:docMk/>
            <pc:sldMk cId="654836313" sldId="257"/>
            <ac:spMk id="3" creationId="{805217B2-6478-0A43-0EBE-910A6F1B2B98}"/>
          </ac:spMkLst>
        </pc:spChg>
        <pc:spChg chg="mod">
          <ac:chgData name="Paulo Henrique P. Cunha" userId="a25b8e2c833cc6c0" providerId="LiveId" clId="{BDCA6986-5A76-4E2A-A320-D132685C6BCE}" dt="2025-12-01T16:29:37.761" v="252" actId="14100"/>
          <ac:spMkLst>
            <pc:docMk/>
            <pc:sldMk cId="654836313" sldId="257"/>
            <ac:spMk id="6" creationId="{02D65734-F2EF-E0E6-592F-8C0582D5ECB5}"/>
          </ac:spMkLst>
        </pc:spChg>
        <pc:spChg chg="mod">
          <ac:chgData name="Paulo Henrique P. Cunha" userId="a25b8e2c833cc6c0" providerId="LiveId" clId="{BDCA6986-5A76-4E2A-A320-D132685C6BCE}" dt="2025-12-01T16:28:57.419" v="246" actId="1035"/>
          <ac:spMkLst>
            <pc:docMk/>
            <pc:sldMk cId="654836313" sldId="257"/>
            <ac:spMk id="7" creationId="{B6709DE2-11C8-43CA-1B50-B4D07F11DB1F}"/>
          </ac:spMkLst>
        </pc:spChg>
        <pc:spChg chg="del">
          <ac:chgData name="Paulo Henrique P. Cunha" userId="a25b8e2c833cc6c0" providerId="LiveId" clId="{BDCA6986-5A76-4E2A-A320-D132685C6BCE}" dt="2025-12-01T16:27:29.773" v="225" actId="478"/>
          <ac:spMkLst>
            <pc:docMk/>
            <pc:sldMk cId="654836313" sldId="257"/>
            <ac:spMk id="8" creationId="{92BFDB40-F3ED-E760-002B-217D0702C66E}"/>
          </ac:spMkLst>
        </pc:spChg>
        <pc:spChg chg="del">
          <ac:chgData name="Paulo Henrique P. Cunha" userId="a25b8e2c833cc6c0" providerId="LiveId" clId="{BDCA6986-5A76-4E2A-A320-D132685C6BCE}" dt="2025-12-01T16:27:29.773" v="225" actId="478"/>
          <ac:spMkLst>
            <pc:docMk/>
            <pc:sldMk cId="654836313" sldId="257"/>
            <ac:spMk id="9" creationId="{47F94177-E729-7343-F7CB-051F2C607841}"/>
          </ac:spMkLst>
        </pc:spChg>
        <pc:spChg chg="del">
          <ac:chgData name="Paulo Henrique P. Cunha" userId="a25b8e2c833cc6c0" providerId="LiveId" clId="{BDCA6986-5A76-4E2A-A320-D132685C6BCE}" dt="2025-12-01T16:27:29.773" v="225" actId="478"/>
          <ac:spMkLst>
            <pc:docMk/>
            <pc:sldMk cId="654836313" sldId="257"/>
            <ac:spMk id="10" creationId="{625F377B-0158-5ECF-DDB5-FF2991CBFCD0}"/>
          </ac:spMkLst>
        </pc:spChg>
        <pc:spChg chg="del">
          <ac:chgData name="Paulo Henrique P. Cunha" userId="a25b8e2c833cc6c0" providerId="LiveId" clId="{BDCA6986-5A76-4E2A-A320-D132685C6BCE}" dt="2025-12-01T16:27:29.773" v="225" actId="478"/>
          <ac:spMkLst>
            <pc:docMk/>
            <pc:sldMk cId="654836313" sldId="257"/>
            <ac:spMk id="11" creationId="{D427DB93-49A0-D2FA-36B9-23C9C7A6E339}"/>
          </ac:spMkLst>
        </pc:spChg>
        <pc:spChg chg="add del mod">
          <ac:chgData name="Paulo Henrique P. Cunha" userId="a25b8e2c833cc6c0" providerId="LiveId" clId="{BDCA6986-5A76-4E2A-A320-D132685C6BCE}" dt="2025-12-01T16:29:02.100" v="247" actId="478"/>
          <ac:spMkLst>
            <pc:docMk/>
            <pc:sldMk cId="654836313" sldId="257"/>
            <ac:spMk id="17" creationId="{E900AD3A-4808-7B52-7662-9AA57879AB1D}"/>
          </ac:spMkLst>
        </pc:spChg>
        <pc:spChg chg="del mod">
          <ac:chgData name="Paulo Henrique P. Cunha" userId="a25b8e2c833cc6c0" providerId="LiveId" clId="{BDCA6986-5A76-4E2A-A320-D132685C6BCE}" dt="2025-12-01T16:29:02.939" v="248" actId="478"/>
          <ac:spMkLst>
            <pc:docMk/>
            <pc:sldMk cId="654836313" sldId="257"/>
            <ac:spMk id="18" creationId="{7411AFC5-01AD-5056-18AD-E3039F0163EE}"/>
          </ac:spMkLst>
        </pc:spChg>
      </pc:sldChg>
      <pc:sldChg chg="add del">
        <pc:chgData name="Paulo Henrique P. Cunha" userId="a25b8e2c833cc6c0" providerId="LiveId" clId="{BDCA6986-5A76-4E2A-A320-D132685C6BCE}" dt="2025-12-01T16:27:06.510" v="221" actId="47"/>
        <pc:sldMkLst>
          <pc:docMk/>
          <pc:sldMk cId="914240475" sldId="257"/>
        </pc:sldMkLst>
      </pc:sldChg>
      <pc:sldChg chg="addSp delSp modSp add mod">
        <pc:chgData name="Paulo Henrique P. Cunha" userId="a25b8e2c833cc6c0" providerId="LiveId" clId="{BDCA6986-5A76-4E2A-A320-D132685C6BCE}" dt="2025-12-01T16:34:04.652" v="277" actId="1076"/>
        <pc:sldMkLst>
          <pc:docMk/>
          <pc:sldMk cId="64091184" sldId="258"/>
        </pc:sldMkLst>
        <pc:spChg chg="add mod">
          <ac:chgData name="Paulo Henrique P. Cunha" userId="a25b8e2c833cc6c0" providerId="LiveId" clId="{BDCA6986-5A76-4E2A-A320-D132685C6BCE}" dt="2025-12-01T16:34:02.855" v="276" actId="1076"/>
          <ac:spMkLst>
            <pc:docMk/>
            <pc:sldMk cId="64091184" sldId="258"/>
            <ac:spMk id="2" creationId="{908F7B8C-7760-B35B-2F26-701C85A2F079}"/>
          </ac:spMkLst>
        </pc:spChg>
        <pc:spChg chg="mod">
          <ac:chgData name="Paulo Henrique P. Cunha" userId="a25b8e2c833cc6c0" providerId="LiveId" clId="{BDCA6986-5A76-4E2A-A320-D132685C6BCE}" dt="2025-12-01T16:33:27.672" v="270" actId="1076"/>
          <ac:spMkLst>
            <pc:docMk/>
            <pc:sldMk cId="64091184" sldId="258"/>
            <ac:spMk id="3" creationId="{8F39FE39-41AA-71CF-FABA-1E7ADA7FFC85}"/>
          </ac:spMkLst>
        </pc:spChg>
        <pc:spChg chg="add mod">
          <ac:chgData name="Paulo Henrique P. Cunha" userId="a25b8e2c833cc6c0" providerId="LiveId" clId="{BDCA6986-5A76-4E2A-A320-D132685C6BCE}" dt="2025-12-01T16:34:04.652" v="277" actId="1076"/>
          <ac:spMkLst>
            <pc:docMk/>
            <pc:sldMk cId="64091184" sldId="258"/>
            <ac:spMk id="4" creationId="{DF57B7F7-DAD6-843B-403D-163151D51E28}"/>
          </ac:spMkLst>
        </pc:spChg>
        <pc:spChg chg="del">
          <ac:chgData name="Paulo Henrique P. Cunha" userId="a25b8e2c833cc6c0" providerId="LiveId" clId="{BDCA6986-5A76-4E2A-A320-D132685C6BCE}" dt="2025-12-01T16:33:37.372" v="272" actId="478"/>
          <ac:spMkLst>
            <pc:docMk/>
            <pc:sldMk cId="64091184" sldId="258"/>
            <ac:spMk id="6" creationId="{39A8013D-6768-379D-E1D1-8E94EAE92EC5}"/>
          </ac:spMkLst>
        </pc:spChg>
        <pc:spChg chg="mod">
          <ac:chgData name="Paulo Henrique P. Cunha" userId="a25b8e2c833cc6c0" providerId="LiveId" clId="{BDCA6986-5A76-4E2A-A320-D132685C6BCE}" dt="2025-12-01T16:33:31.760" v="271" actId="1076"/>
          <ac:spMkLst>
            <pc:docMk/>
            <pc:sldMk cId="64091184" sldId="258"/>
            <ac:spMk id="7" creationId="{DE3CB860-448C-7A5C-34AD-B49DF0361C63}"/>
          </ac:spMkLst>
        </pc:spChg>
      </pc:sldChg>
      <pc:sldChg chg="addSp modSp add mod">
        <pc:chgData name="Paulo Henrique P. Cunha" userId="a25b8e2c833cc6c0" providerId="LiveId" clId="{BDCA6986-5A76-4E2A-A320-D132685C6BCE}" dt="2025-12-01T16:37:44.463" v="293" actId="1076"/>
        <pc:sldMkLst>
          <pc:docMk/>
          <pc:sldMk cId="3532715397" sldId="259"/>
        </pc:sldMkLst>
        <pc:spChg chg="mod">
          <ac:chgData name="Paulo Henrique P. Cunha" userId="a25b8e2c833cc6c0" providerId="LiveId" clId="{BDCA6986-5A76-4E2A-A320-D132685C6BCE}" dt="2025-12-01T16:37:19.593" v="290" actId="14100"/>
          <ac:spMkLst>
            <pc:docMk/>
            <pc:sldMk cId="3532715397" sldId="259"/>
            <ac:spMk id="2" creationId="{FAB2D6A6-B313-1524-ED31-5C220524B9B4}"/>
          </ac:spMkLst>
        </pc:spChg>
        <pc:spChg chg="mod">
          <ac:chgData name="Paulo Henrique P. Cunha" userId="a25b8e2c833cc6c0" providerId="LiveId" clId="{BDCA6986-5A76-4E2A-A320-D132685C6BCE}" dt="2025-12-01T16:37:26.608" v="292" actId="14100"/>
          <ac:spMkLst>
            <pc:docMk/>
            <pc:sldMk cId="3532715397" sldId="259"/>
            <ac:spMk id="4" creationId="{D1CB6D71-233A-7B7D-9A93-06E79C0D59DD}"/>
          </ac:spMkLst>
        </pc:spChg>
        <pc:spChg chg="add mod">
          <ac:chgData name="Paulo Henrique P. Cunha" userId="a25b8e2c833cc6c0" providerId="LiveId" clId="{BDCA6986-5A76-4E2A-A320-D132685C6BCE}" dt="2025-12-01T16:37:44.463" v="293" actId="1076"/>
          <ac:spMkLst>
            <pc:docMk/>
            <pc:sldMk cId="3532715397" sldId="259"/>
            <ac:spMk id="6" creationId="{F5A0FCBC-C776-9EED-5FF4-85AE574D227D}"/>
          </ac:spMkLst>
        </pc:spChg>
      </pc:sldChg>
      <pc:sldChg chg="delSp modSp add mod">
        <pc:chgData name="Paulo Henrique P. Cunha" userId="a25b8e2c833cc6c0" providerId="LiveId" clId="{BDCA6986-5A76-4E2A-A320-D132685C6BCE}" dt="2025-12-01T16:45:20.615" v="303" actId="14100"/>
        <pc:sldMkLst>
          <pc:docMk/>
          <pc:sldMk cId="284875189" sldId="260"/>
        </pc:sldMkLst>
        <pc:spChg chg="del">
          <ac:chgData name="Paulo Henrique P. Cunha" userId="a25b8e2c833cc6c0" providerId="LiveId" clId="{BDCA6986-5A76-4E2A-A320-D132685C6BCE}" dt="2025-12-01T16:42:05.606" v="295" actId="478"/>
          <ac:spMkLst>
            <pc:docMk/>
            <pc:sldMk cId="284875189" sldId="260"/>
            <ac:spMk id="2" creationId="{2822C6DD-93D5-2B67-9E12-6EA03860C8BD}"/>
          </ac:spMkLst>
        </pc:spChg>
        <pc:spChg chg="mod">
          <ac:chgData name="Paulo Henrique P. Cunha" userId="a25b8e2c833cc6c0" providerId="LiveId" clId="{BDCA6986-5A76-4E2A-A320-D132685C6BCE}" dt="2025-12-01T16:45:17.084" v="302" actId="14100"/>
          <ac:spMkLst>
            <pc:docMk/>
            <pc:sldMk cId="284875189" sldId="260"/>
            <ac:spMk id="3" creationId="{9D64DEAF-B00B-6961-B142-017DBC686D32}"/>
          </ac:spMkLst>
        </pc:spChg>
        <pc:spChg chg="mod">
          <ac:chgData name="Paulo Henrique P. Cunha" userId="a25b8e2c833cc6c0" providerId="LiveId" clId="{BDCA6986-5A76-4E2A-A320-D132685C6BCE}" dt="2025-12-01T16:45:20.615" v="303" actId="14100"/>
          <ac:spMkLst>
            <pc:docMk/>
            <pc:sldMk cId="284875189" sldId="260"/>
            <ac:spMk id="4" creationId="{0F1EF2D1-115E-AE19-0FC4-E7B5B5673A42}"/>
          </ac:spMkLst>
        </pc:spChg>
        <pc:spChg chg="del">
          <ac:chgData name="Paulo Henrique P. Cunha" userId="a25b8e2c833cc6c0" providerId="LiveId" clId="{BDCA6986-5A76-4E2A-A320-D132685C6BCE}" dt="2025-12-01T16:42:06.996" v="296" actId="478"/>
          <ac:spMkLst>
            <pc:docMk/>
            <pc:sldMk cId="284875189" sldId="260"/>
            <ac:spMk id="6" creationId="{21F19636-2C2D-FDDE-A396-965577FFA782}"/>
          </ac:spMkLst>
        </pc:spChg>
        <pc:spChg chg="mod">
          <ac:chgData name="Paulo Henrique P. Cunha" userId="a25b8e2c833cc6c0" providerId="LiveId" clId="{BDCA6986-5A76-4E2A-A320-D132685C6BCE}" dt="2025-12-01T16:45:13.863" v="301" actId="14100"/>
          <ac:spMkLst>
            <pc:docMk/>
            <pc:sldMk cId="284875189" sldId="260"/>
            <ac:spMk id="7" creationId="{3FDF3632-6D95-5420-8D0A-A7FB114BAF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D1E5B-7C37-2664-7DE3-41F660673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E21F61-AFDD-76A3-99A1-D8FCF04F6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3D1690-D053-0BA2-159E-6680EF24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8F49CF-6866-9AA0-06AE-3CFD315A7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FD9E33-4E9F-2B95-DAA6-EEBF1081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713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E3625-5F4C-9F8A-A96F-7D489B56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AC5C6B-2C74-2EBD-95A7-DE05A20E0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34ED7B-39AC-9905-2C6B-D4E21B71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C5B274-5BFC-B843-2A43-3B4B2392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63E605-48D3-55A9-CFFA-6E95D46A0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6475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504BA-1F98-3A88-F97A-C8F397C6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EC0DCA-1C91-DAAF-B38F-958BC8E4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F6F6DD-5ACE-0651-5CBD-CEF74C2C3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B704C7-A938-62F0-813E-853FEF8FC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0D640F-BD5E-E620-6CD5-5E0F7061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6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89547-FF78-DA5E-CCBE-905490D1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A12029-ABA9-BEA2-E221-877EF2374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8EBCF3-1626-F1B1-CB4A-8D9B9E9F0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F02209-C06F-39BF-1C63-58996380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A829D6-85D1-C1D8-100D-B5629A35D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DE8C1C-C139-702D-7B8E-80657720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301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5F1B0-06E8-01E4-CDA5-EFB0324D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EC87D0-DFDA-6E7B-F69E-53DCC39FB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5EDDE3-994F-A1D6-A6F1-35269968F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E8364B8-90C2-C96E-DBFC-66C3A6D53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428A768-BB30-5B33-9F17-81F374325F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099756-4404-ABFC-238E-72460BA87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17CCC1A-A9EC-C622-0D7E-5C017AD4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CF21640-32F5-BCC9-3D4D-1FB4A746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34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96E82-8148-4A09-E0C5-C619AB11A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B848AB4-3137-E610-16BA-04FB55B7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A5FD77-9547-8A1C-B3AA-C264669E8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FABB63-46D0-9A61-A340-7DCD2FC5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166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C31C63C-388B-D088-AFE1-DB9355D4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C38F881-468F-5006-1504-2065E597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44A8CC-ED4F-A8E1-D9F1-AC3C2BBD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50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0EBFD-4D44-9E04-39DB-DECA3C8D0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2FAC65-E4DE-25CB-46D3-56EA7E4D9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EE04B6-5A96-E7F3-587A-52C86AA38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0CA9BB-15EC-94B6-CB4F-AA75502E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F0A9F4-821D-F851-7432-507225D7B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069633-3526-EAB0-220A-ED34CE56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7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FE85F-9EE9-5CEA-E86D-8F4D2063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6075FCE-DB4A-0423-50F5-A8697BC9E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F9BC20-81FA-40E8-92D1-7B69D17ED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A50174-6F1E-27ED-BACA-81B633607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65078F-DE27-761D-F051-5A146244B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37697D-0878-EAAD-3F1E-AF38C17B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12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CEA3B-B5C1-EB53-2399-5E99BB1F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616EAF-75DE-5367-CADC-A78FCCA45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B1D901-2C7A-5782-CC7E-0AA77CA0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E9971C-CE52-ABAB-F5F6-68FBD883A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B8915C-0161-BE33-3E34-A7626542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63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DCA11D-FDC3-86D1-D6FD-186A90FD72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FBB511-5945-050A-83EA-BCE3A33EB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857368-94CC-5571-0DA5-ADD4F8FC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AC9479-1E99-DC38-3DEA-9748ADC25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A8598C-FC5C-189C-D8FA-511A4203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3506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D7B2B6D-1A0B-33F6-EE47-E0DAD5F2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3DFF4F-9910-540C-5ED9-CAB5BB478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8005A3-5C92-1B76-BD8E-878040BEB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1D344-8993-4836-AF6F-DA62B7FC6F6E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2279C-B48B-D2FE-DA70-0BFAC22B35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58EF90-6E6D-F511-61AF-9E080416D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620BB-41C8-4378-A6C0-9758B68799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08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98;p71">
            <a:extLst>
              <a:ext uri="{FF2B5EF4-FFF2-40B4-BE49-F238E27FC236}">
                <a16:creationId xmlns:a16="http://schemas.microsoft.com/office/drawing/2014/main" id="{0EAE40D7-E6A8-951F-59C2-64A30B4536C0}"/>
              </a:ext>
            </a:extLst>
          </p:cNvPr>
          <p:cNvSpPr/>
          <p:nvPr/>
        </p:nvSpPr>
        <p:spPr>
          <a:xfrm>
            <a:off x="0" y="0"/>
            <a:ext cx="1718870" cy="685800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 dirty="0">
              <a:solidFill>
                <a:srgbClr val="F6F1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499;p71">
            <a:extLst>
              <a:ext uri="{FF2B5EF4-FFF2-40B4-BE49-F238E27FC236}">
                <a16:creationId xmlns:a16="http://schemas.microsoft.com/office/drawing/2014/main" id="{5D190518-59D5-0A6E-F5F7-711FD819E596}"/>
              </a:ext>
            </a:extLst>
          </p:cNvPr>
          <p:cNvSpPr/>
          <p:nvPr/>
        </p:nvSpPr>
        <p:spPr>
          <a:xfrm>
            <a:off x="1885950" y="4407960"/>
            <a:ext cx="4371012" cy="2280707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500;p71">
            <a:extLst>
              <a:ext uri="{FF2B5EF4-FFF2-40B4-BE49-F238E27FC236}">
                <a16:creationId xmlns:a16="http://schemas.microsoft.com/office/drawing/2014/main" id="{DD380EC3-991F-13BF-F17F-756343DFAA5B}"/>
              </a:ext>
            </a:extLst>
          </p:cNvPr>
          <p:cNvSpPr/>
          <p:nvPr/>
        </p:nvSpPr>
        <p:spPr>
          <a:xfrm>
            <a:off x="1885950" y="1958976"/>
            <a:ext cx="4371012" cy="2279649"/>
          </a:xfrm>
          <a:prstGeom prst="roundRect">
            <a:avLst>
              <a:gd name="adj" fmla="val 2971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4501;p71">
            <a:extLst>
              <a:ext uri="{FF2B5EF4-FFF2-40B4-BE49-F238E27FC236}">
                <a16:creationId xmlns:a16="http://schemas.microsoft.com/office/drawing/2014/main" id="{41136B16-BF51-659B-CFAB-AA9E2A3CB8EB}"/>
              </a:ext>
            </a:extLst>
          </p:cNvPr>
          <p:cNvSpPr/>
          <p:nvPr/>
        </p:nvSpPr>
        <p:spPr>
          <a:xfrm>
            <a:off x="1885950" y="809626"/>
            <a:ext cx="2407709" cy="980015"/>
          </a:xfrm>
          <a:prstGeom prst="roundRect">
            <a:avLst>
              <a:gd name="adj" fmla="val 6911"/>
            </a:avLst>
          </a:prstGeom>
          <a:solidFill>
            <a:schemeClr val="lt2"/>
          </a:solidFill>
          <a:ln>
            <a:noFill/>
          </a:ln>
          <a:effectLst>
            <a:outerShdw blurRad="127000" dist="25400" dir="5400000" algn="t" rotWithShape="0">
              <a:srgbClr val="0070C0">
                <a:alpha val="8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4502;p71">
            <a:extLst>
              <a:ext uri="{FF2B5EF4-FFF2-40B4-BE49-F238E27FC236}">
                <a16:creationId xmlns:a16="http://schemas.microsoft.com/office/drawing/2014/main" id="{45F1D2C6-1E16-5899-CF2F-9162851432AA}"/>
              </a:ext>
            </a:extLst>
          </p:cNvPr>
          <p:cNvSpPr/>
          <p:nvPr/>
        </p:nvSpPr>
        <p:spPr>
          <a:xfrm>
            <a:off x="4462992" y="809626"/>
            <a:ext cx="2407709" cy="980015"/>
          </a:xfrm>
          <a:prstGeom prst="roundRect">
            <a:avLst>
              <a:gd name="adj" fmla="val 6911"/>
            </a:avLst>
          </a:prstGeom>
          <a:solidFill>
            <a:schemeClr val="lt2"/>
          </a:solidFill>
          <a:ln>
            <a:noFill/>
          </a:ln>
          <a:effectLst>
            <a:outerShdw blurRad="127000" dist="25400" dir="5400000" algn="t" rotWithShape="0">
              <a:srgbClr val="0070C0">
                <a:alpha val="8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200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4503;p71">
            <a:extLst>
              <a:ext uri="{FF2B5EF4-FFF2-40B4-BE49-F238E27FC236}">
                <a16:creationId xmlns:a16="http://schemas.microsoft.com/office/drawing/2014/main" id="{0F4735E5-92EC-14AC-5534-8FB2B4200DEA}"/>
              </a:ext>
            </a:extLst>
          </p:cNvPr>
          <p:cNvSpPr/>
          <p:nvPr/>
        </p:nvSpPr>
        <p:spPr>
          <a:xfrm>
            <a:off x="7038976" y="809626"/>
            <a:ext cx="2407709" cy="980015"/>
          </a:xfrm>
          <a:prstGeom prst="roundRect">
            <a:avLst>
              <a:gd name="adj" fmla="val 6911"/>
            </a:avLst>
          </a:prstGeom>
          <a:solidFill>
            <a:schemeClr val="lt2"/>
          </a:solidFill>
          <a:ln>
            <a:noFill/>
          </a:ln>
          <a:effectLst>
            <a:outerShdw blurRad="127000" dist="25400" dir="5400000" algn="t" rotWithShape="0">
              <a:srgbClr val="0070C0">
                <a:alpha val="8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200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4504;p71">
            <a:extLst>
              <a:ext uri="{FF2B5EF4-FFF2-40B4-BE49-F238E27FC236}">
                <a16:creationId xmlns:a16="http://schemas.microsoft.com/office/drawing/2014/main" id="{D3CB824D-C884-7B56-8F6E-49D924299C97}"/>
              </a:ext>
            </a:extLst>
          </p:cNvPr>
          <p:cNvSpPr/>
          <p:nvPr/>
        </p:nvSpPr>
        <p:spPr>
          <a:xfrm>
            <a:off x="9614823" y="809626"/>
            <a:ext cx="2407709" cy="980015"/>
          </a:xfrm>
          <a:prstGeom prst="roundRect">
            <a:avLst>
              <a:gd name="adj" fmla="val 6911"/>
            </a:avLst>
          </a:prstGeom>
          <a:solidFill>
            <a:schemeClr val="lt2"/>
          </a:solidFill>
          <a:ln>
            <a:noFill/>
          </a:ln>
          <a:effectLst>
            <a:outerShdw blurRad="127000" dist="25400" dir="5400000" algn="t" rotWithShape="0">
              <a:srgbClr val="0070C0">
                <a:alpha val="8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sz="1200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510;p71">
            <a:extLst>
              <a:ext uri="{FF2B5EF4-FFF2-40B4-BE49-F238E27FC236}">
                <a16:creationId xmlns:a16="http://schemas.microsoft.com/office/drawing/2014/main" id="{2B32DA32-0978-0C21-0C66-056A3ADF53A5}"/>
              </a:ext>
            </a:extLst>
          </p:cNvPr>
          <p:cNvSpPr/>
          <p:nvPr/>
        </p:nvSpPr>
        <p:spPr>
          <a:xfrm>
            <a:off x="6424042" y="1958975"/>
            <a:ext cx="5598491" cy="2279650"/>
          </a:xfrm>
          <a:prstGeom prst="roundRect">
            <a:avLst>
              <a:gd name="adj" fmla="val 2971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4511;p71">
            <a:extLst>
              <a:ext uri="{FF2B5EF4-FFF2-40B4-BE49-F238E27FC236}">
                <a16:creationId xmlns:a16="http://schemas.microsoft.com/office/drawing/2014/main" id="{4770C882-7231-B66C-31E2-3DA518C5682D}"/>
              </a:ext>
            </a:extLst>
          </p:cNvPr>
          <p:cNvSpPr/>
          <p:nvPr/>
        </p:nvSpPr>
        <p:spPr>
          <a:xfrm>
            <a:off x="6424040" y="4407960"/>
            <a:ext cx="5598491" cy="2280707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500;p71">
            <a:extLst>
              <a:ext uri="{FF2B5EF4-FFF2-40B4-BE49-F238E27FC236}">
                <a16:creationId xmlns:a16="http://schemas.microsoft.com/office/drawing/2014/main" id="{A7B5BBBF-A99F-E2FC-4555-19DBB06980CA}"/>
              </a:ext>
            </a:extLst>
          </p:cNvPr>
          <p:cNvSpPr/>
          <p:nvPr/>
        </p:nvSpPr>
        <p:spPr>
          <a:xfrm>
            <a:off x="1718870" y="0"/>
            <a:ext cx="10473130" cy="640291"/>
          </a:xfrm>
          <a:prstGeom prst="roundRect">
            <a:avLst>
              <a:gd name="adj" fmla="val 297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035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BE9EC-120F-D591-2933-92611430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98;p71">
            <a:extLst>
              <a:ext uri="{FF2B5EF4-FFF2-40B4-BE49-F238E27FC236}">
                <a16:creationId xmlns:a16="http://schemas.microsoft.com/office/drawing/2014/main" id="{771B4F6C-6BD6-5438-498D-57255A3946FE}"/>
              </a:ext>
            </a:extLst>
          </p:cNvPr>
          <p:cNvSpPr/>
          <p:nvPr/>
        </p:nvSpPr>
        <p:spPr>
          <a:xfrm>
            <a:off x="0" y="0"/>
            <a:ext cx="1718870" cy="685800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 dirty="0">
              <a:solidFill>
                <a:srgbClr val="F6F1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499;p71">
            <a:extLst>
              <a:ext uri="{FF2B5EF4-FFF2-40B4-BE49-F238E27FC236}">
                <a16:creationId xmlns:a16="http://schemas.microsoft.com/office/drawing/2014/main" id="{02D65734-F2EF-E0E6-592F-8C0582D5ECB5}"/>
              </a:ext>
            </a:extLst>
          </p:cNvPr>
          <p:cNvSpPr/>
          <p:nvPr/>
        </p:nvSpPr>
        <p:spPr>
          <a:xfrm>
            <a:off x="1885950" y="3837210"/>
            <a:ext cx="10165636" cy="2880000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500;p71">
            <a:extLst>
              <a:ext uri="{FF2B5EF4-FFF2-40B4-BE49-F238E27FC236}">
                <a16:creationId xmlns:a16="http://schemas.microsoft.com/office/drawing/2014/main" id="{B6709DE2-11C8-43CA-1B50-B4D07F11DB1F}"/>
              </a:ext>
            </a:extLst>
          </p:cNvPr>
          <p:cNvSpPr/>
          <p:nvPr/>
        </p:nvSpPr>
        <p:spPr>
          <a:xfrm>
            <a:off x="1885950" y="789079"/>
            <a:ext cx="4371012" cy="2878795"/>
          </a:xfrm>
          <a:prstGeom prst="roundRect">
            <a:avLst>
              <a:gd name="adj" fmla="val 2971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500;p71">
            <a:extLst>
              <a:ext uri="{FF2B5EF4-FFF2-40B4-BE49-F238E27FC236}">
                <a16:creationId xmlns:a16="http://schemas.microsoft.com/office/drawing/2014/main" id="{78D0F739-BDAF-BE47-C0EF-4706BEEB62DC}"/>
              </a:ext>
            </a:extLst>
          </p:cNvPr>
          <p:cNvSpPr/>
          <p:nvPr/>
        </p:nvSpPr>
        <p:spPr>
          <a:xfrm>
            <a:off x="1718870" y="0"/>
            <a:ext cx="10473130" cy="640291"/>
          </a:xfrm>
          <a:prstGeom prst="roundRect">
            <a:avLst>
              <a:gd name="adj" fmla="val 297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499;p71">
            <a:extLst>
              <a:ext uri="{FF2B5EF4-FFF2-40B4-BE49-F238E27FC236}">
                <a16:creationId xmlns:a16="http://schemas.microsoft.com/office/drawing/2014/main" id="{805217B2-6478-0A43-0EBE-910A6F1B2B98}"/>
              </a:ext>
            </a:extLst>
          </p:cNvPr>
          <p:cNvSpPr/>
          <p:nvPr/>
        </p:nvSpPr>
        <p:spPr>
          <a:xfrm>
            <a:off x="6424041" y="787874"/>
            <a:ext cx="5627545" cy="2880000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4836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9190-C2B3-1EEE-F662-E5135B86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98;p71">
            <a:extLst>
              <a:ext uri="{FF2B5EF4-FFF2-40B4-BE49-F238E27FC236}">
                <a16:creationId xmlns:a16="http://schemas.microsoft.com/office/drawing/2014/main" id="{7B9C5F7B-2245-A23A-1E51-93DDAA90B5DF}"/>
              </a:ext>
            </a:extLst>
          </p:cNvPr>
          <p:cNvSpPr/>
          <p:nvPr/>
        </p:nvSpPr>
        <p:spPr>
          <a:xfrm>
            <a:off x="0" y="0"/>
            <a:ext cx="1718870" cy="685800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 dirty="0">
              <a:solidFill>
                <a:srgbClr val="F6F1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500;p71">
            <a:extLst>
              <a:ext uri="{FF2B5EF4-FFF2-40B4-BE49-F238E27FC236}">
                <a16:creationId xmlns:a16="http://schemas.microsoft.com/office/drawing/2014/main" id="{DE3CB860-448C-7A5C-34AD-B49DF0361C63}"/>
              </a:ext>
            </a:extLst>
          </p:cNvPr>
          <p:cNvSpPr/>
          <p:nvPr/>
        </p:nvSpPr>
        <p:spPr>
          <a:xfrm>
            <a:off x="1885950" y="809627"/>
            <a:ext cx="4986000" cy="2878795"/>
          </a:xfrm>
          <a:prstGeom prst="roundRect">
            <a:avLst>
              <a:gd name="adj" fmla="val 2971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500;p71">
            <a:extLst>
              <a:ext uri="{FF2B5EF4-FFF2-40B4-BE49-F238E27FC236}">
                <a16:creationId xmlns:a16="http://schemas.microsoft.com/office/drawing/2014/main" id="{EE5FA53E-F90D-5F76-48E3-C29694A8604B}"/>
              </a:ext>
            </a:extLst>
          </p:cNvPr>
          <p:cNvSpPr/>
          <p:nvPr/>
        </p:nvSpPr>
        <p:spPr>
          <a:xfrm>
            <a:off x="1718870" y="0"/>
            <a:ext cx="10473130" cy="640291"/>
          </a:xfrm>
          <a:prstGeom prst="roundRect">
            <a:avLst>
              <a:gd name="adj" fmla="val 297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499;p71">
            <a:extLst>
              <a:ext uri="{FF2B5EF4-FFF2-40B4-BE49-F238E27FC236}">
                <a16:creationId xmlns:a16="http://schemas.microsoft.com/office/drawing/2014/main" id="{8F39FE39-41AA-71CF-FABA-1E7ADA7FFC85}"/>
              </a:ext>
            </a:extLst>
          </p:cNvPr>
          <p:cNvSpPr/>
          <p:nvPr/>
        </p:nvSpPr>
        <p:spPr>
          <a:xfrm>
            <a:off x="7047586" y="808422"/>
            <a:ext cx="5004000" cy="2880000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500;p71">
            <a:extLst>
              <a:ext uri="{FF2B5EF4-FFF2-40B4-BE49-F238E27FC236}">
                <a16:creationId xmlns:a16="http://schemas.microsoft.com/office/drawing/2014/main" id="{908F7B8C-7760-B35B-2F26-701C85A2F079}"/>
              </a:ext>
            </a:extLst>
          </p:cNvPr>
          <p:cNvSpPr/>
          <p:nvPr/>
        </p:nvSpPr>
        <p:spPr>
          <a:xfrm>
            <a:off x="1885950" y="3856553"/>
            <a:ext cx="4986000" cy="2878795"/>
          </a:xfrm>
          <a:prstGeom prst="roundRect">
            <a:avLst>
              <a:gd name="adj" fmla="val 2971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499;p71">
            <a:extLst>
              <a:ext uri="{FF2B5EF4-FFF2-40B4-BE49-F238E27FC236}">
                <a16:creationId xmlns:a16="http://schemas.microsoft.com/office/drawing/2014/main" id="{DF57B7F7-DAD6-843B-403D-163151D51E28}"/>
              </a:ext>
            </a:extLst>
          </p:cNvPr>
          <p:cNvSpPr/>
          <p:nvPr/>
        </p:nvSpPr>
        <p:spPr>
          <a:xfrm>
            <a:off x="7047586" y="3856553"/>
            <a:ext cx="5004000" cy="2880000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091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5DF4-6A52-938E-D3A7-1EBB1FE7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98;p71">
            <a:extLst>
              <a:ext uri="{FF2B5EF4-FFF2-40B4-BE49-F238E27FC236}">
                <a16:creationId xmlns:a16="http://schemas.microsoft.com/office/drawing/2014/main" id="{9AA3B25E-6913-21CE-EBAE-BA6B4D9AF9EF}"/>
              </a:ext>
            </a:extLst>
          </p:cNvPr>
          <p:cNvSpPr/>
          <p:nvPr/>
        </p:nvSpPr>
        <p:spPr>
          <a:xfrm>
            <a:off x="0" y="0"/>
            <a:ext cx="1718870" cy="685800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 dirty="0">
              <a:solidFill>
                <a:srgbClr val="F6F1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500;p71">
            <a:extLst>
              <a:ext uri="{FF2B5EF4-FFF2-40B4-BE49-F238E27FC236}">
                <a16:creationId xmlns:a16="http://schemas.microsoft.com/office/drawing/2014/main" id="{C83F6C6D-C409-61B2-0618-327E7C7C5CC2}"/>
              </a:ext>
            </a:extLst>
          </p:cNvPr>
          <p:cNvSpPr/>
          <p:nvPr/>
        </p:nvSpPr>
        <p:spPr>
          <a:xfrm>
            <a:off x="1885950" y="809627"/>
            <a:ext cx="4986000" cy="2878795"/>
          </a:xfrm>
          <a:prstGeom prst="roundRect">
            <a:avLst>
              <a:gd name="adj" fmla="val 2971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500;p71">
            <a:extLst>
              <a:ext uri="{FF2B5EF4-FFF2-40B4-BE49-F238E27FC236}">
                <a16:creationId xmlns:a16="http://schemas.microsoft.com/office/drawing/2014/main" id="{8F2E7671-4D6D-6D16-ED2F-B8F72F50CEE2}"/>
              </a:ext>
            </a:extLst>
          </p:cNvPr>
          <p:cNvSpPr/>
          <p:nvPr/>
        </p:nvSpPr>
        <p:spPr>
          <a:xfrm>
            <a:off x="1718870" y="0"/>
            <a:ext cx="10473130" cy="640291"/>
          </a:xfrm>
          <a:prstGeom prst="roundRect">
            <a:avLst>
              <a:gd name="adj" fmla="val 297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499;p71">
            <a:extLst>
              <a:ext uri="{FF2B5EF4-FFF2-40B4-BE49-F238E27FC236}">
                <a16:creationId xmlns:a16="http://schemas.microsoft.com/office/drawing/2014/main" id="{A9EC88EE-3869-9DB9-6194-6CC7B5FBDB80}"/>
              </a:ext>
            </a:extLst>
          </p:cNvPr>
          <p:cNvSpPr/>
          <p:nvPr/>
        </p:nvSpPr>
        <p:spPr>
          <a:xfrm>
            <a:off x="7047586" y="808422"/>
            <a:ext cx="5004000" cy="2880000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500;p71">
            <a:extLst>
              <a:ext uri="{FF2B5EF4-FFF2-40B4-BE49-F238E27FC236}">
                <a16:creationId xmlns:a16="http://schemas.microsoft.com/office/drawing/2014/main" id="{FAB2D6A6-B313-1524-ED31-5C220524B9B4}"/>
              </a:ext>
            </a:extLst>
          </p:cNvPr>
          <p:cNvSpPr/>
          <p:nvPr/>
        </p:nvSpPr>
        <p:spPr>
          <a:xfrm>
            <a:off x="1885949" y="3856553"/>
            <a:ext cx="3251129" cy="2878795"/>
          </a:xfrm>
          <a:prstGeom prst="roundRect">
            <a:avLst>
              <a:gd name="adj" fmla="val 2971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499;p71">
            <a:extLst>
              <a:ext uri="{FF2B5EF4-FFF2-40B4-BE49-F238E27FC236}">
                <a16:creationId xmlns:a16="http://schemas.microsoft.com/office/drawing/2014/main" id="{D1CB6D71-233A-7B7D-9A93-06E79C0D59DD}"/>
              </a:ext>
            </a:extLst>
          </p:cNvPr>
          <p:cNvSpPr/>
          <p:nvPr/>
        </p:nvSpPr>
        <p:spPr>
          <a:xfrm>
            <a:off x="8799173" y="3856553"/>
            <a:ext cx="3252413" cy="2880000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499;p71">
            <a:extLst>
              <a:ext uri="{FF2B5EF4-FFF2-40B4-BE49-F238E27FC236}">
                <a16:creationId xmlns:a16="http://schemas.microsoft.com/office/drawing/2014/main" id="{F5A0FCBC-C776-9EED-5FF4-85AE574D227D}"/>
              </a:ext>
            </a:extLst>
          </p:cNvPr>
          <p:cNvSpPr/>
          <p:nvPr/>
        </p:nvSpPr>
        <p:spPr>
          <a:xfrm>
            <a:off x="5329870" y="3856553"/>
            <a:ext cx="3251129" cy="2880000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271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F6765-233C-2DB7-6DC4-428C5202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98;p71">
            <a:extLst>
              <a:ext uri="{FF2B5EF4-FFF2-40B4-BE49-F238E27FC236}">
                <a16:creationId xmlns:a16="http://schemas.microsoft.com/office/drawing/2014/main" id="{E46F9444-B44B-E21B-DA3B-F98751457C53}"/>
              </a:ext>
            </a:extLst>
          </p:cNvPr>
          <p:cNvSpPr/>
          <p:nvPr/>
        </p:nvSpPr>
        <p:spPr>
          <a:xfrm>
            <a:off x="0" y="0"/>
            <a:ext cx="1718870" cy="685800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 dirty="0">
              <a:solidFill>
                <a:srgbClr val="F6F1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500;p71">
            <a:extLst>
              <a:ext uri="{FF2B5EF4-FFF2-40B4-BE49-F238E27FC236}">
                <a16:creationId xmlns:a16="http://schemas.microsoft.com/office/drawing/2014/main" id="{3FDF3632-6D95-5420-8D0A-A7FB114BAFDC}"/>
              </a:ext>
            </a:extLst>
          </p:cNvPr>
          <p:cNvSpPr/>
          <p:nvPr/>
        </p:nvSpPr>
        <p:spPr>
          <a:xfrm>
            <a:off x="1885950" y="809627"/>
            <a:ext cx="5573088" cy="5926926"/>
          </a:xfrm>
          <a:prstGeom prst="roundRect">
            <a:avLst>
              <a:gd name="adj" fmla="val 2971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4500;p71">
            <a:extLst>
              <a:ext uri="{FF2B5EF4-FFF2-40B4-BE49-F238E27FC236}">
                <a16:creationId xmlns:a16="http://schemas.microsoft.com/office/drawing/2014/main" id="{12AD2AA7-AB19-27A2-B978-F50962C89F9C}"/>
              </a:ext>
            </a:extLst>
          </p:cNvPr>
          <p:cNvSpPr/>
          <p:nvPr/>
        </p:nvSpPr>
        <p:spPr>
          <a:xfrm>
            <a:off x="1718870" y="0"/>
            <a:ext cx="10473130" cy="640291"/>
          </a:xfrm>
          <a:prstGeom prst="roundRect">
            <a:avLst>
              <a:gd name="adj" fmla="val 297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499;p71">
            <a:extLst>
              <a:ext uri="{FF2B5EF4-FFF2-40B4-BE49-F238E27FC236}">
                <a16:creationId xmlns:a16="http://schemas.microsoft.com/office/drawing/2014/main" id="{9D64DEAF-B00B-6961-B142-017DBC686D32}"/>
              </a:ext>
            </a:extLst>
          </p:cNvPr>
          <p:cNvSpPr/>
          <p:nvPr/>
        </p:nvSpPr>
        <p:spPr>
          <a:xfrm>
            <a:off x="7626118" y="808422"/>
            <a:ext cx="4425467" cy="2880000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499;p71">
            <a:extLst>
              <a:ext uri="{FF2B5EF4-FFF2-40B4-BE49-F238E27FC236}">
                <a16:creationId xmlns:a16="http://schemas.microsoft.com/office/drawing/2014/main" id="{0F1EF2D1-115E-AE19-0FC4-E7B5B5673A42}"/>
              </a:ext>
            </a:extLst>
          </p:cNvPr>
          <p:cNvSpPr/>
          <p:nvPr/>
        </p:nvSpPr>
        <p:spPr>
          <a:xfrm>
            <a:off x="7626118" y="3856553"/>
            <a:ext cx="4425469" cy="2880000"/>
          </a:xfrm>
          <a:prstGeom prst="roundRect">
            <a:avLst>
              <a:gd name="adj" fmla="val 2970"/>
            </a:avLst>
          </a:prstGeom>
          <a:solidFill>
            <a:schemeClr val="lt2"/>
          </a:solidFill>
          <a:ln>
            <a:noFill/>
          </a:ln>
          <a:effectLst>
            <a:outerShdw blurRad="38100" dist="12700" dir="5400000" algn="ctr" rotWithShape="0">
              <a:srgbClr val="DDCAF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313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8751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Henrique P. Cunha</dc:creator>
  <cp:lastModifiedBy>Paulo Henrique P. Cunha</cp:lastModifiedBy>
  <cp:revision>1</cp:revision>
  <dcterms:created xsi:type="dcterms:W3CDTF">2025-12-01T13:40:09Z</dcterms:created>
  <dcterms:modified xsi:type="dcterms:W3CDTF">2025-12-01T16:45:22Z</dcterms:modified>
</cp:coreProperties>
</file>